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811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3BA88-14AA-D157-AD1B-76A5ECF39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DCDAA6-9D44-8F60-6CAE-15B76D81C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97D03-1546-C156-37F5-271BDC7A1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1C23D-4F3C-3E63-4F03-6661DD73D6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08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34" y="0"/>
            <a:ext cx="914400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1828800"/>
            <a:ext cx="9144000" cy="5486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F4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" y="0"/>
            <a:ext cx="1847088" cy="18470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95741" y="16459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Machine Vision &amp; Intelligence Lab  |  NIT Jamshedpur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737360" y="65836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 —  CS1664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737360" y="1097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2025–26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1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Abuse and Slang Detection</a:t>
            </a:r>
            <a:endParaRPr lang="en-US" sz="3000" dirty="0"/>
          </a:p>
        </p:txBody>
      </p:sp>
      <p:sp>
        <p:nvSpPr>
          <p:cNvPr id="11" name="Shape 7"/>
          <p:cNvSpPr/>
          <p:nvPr/>
        </p:nvSpPr>
        <p:spPr>
          <a:xfrm>
            <a:off x="3200400" y="2944368"/>
            <a:ext cx="2743200" cy="36576"/>
          </a:xfrm>
          <a:prstGeom prst="rect">
            <a:avLst/>
          </a:prstGeom>
          <a:solidFill>
            <a:srgbClr val="B2BEC3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464234" y="3086101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Raj		|  Roll No: 2023UGCS051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3401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 Kumar Mahata	|  Roll No: 2023UGCS050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Apoorva Singh	|  Roll No: 2023UGCS025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</a:t>
            </a:r>
            <a:r>
              <a:rPr lang="en-US" sz="1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IN" sz="700" b="1" i="1" dirty="0"/>
              <a:t>Dr Koushlendra Kumar Singh</a:t>
            </a:r>
            <a:r>
              <a:rPr lang="en-IN" b="1" i="1" dirty="0"/>
              <a:t> </a:t>
            </a:r>
            <a:r>
              <a:rPr lang="en-US" sz="9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MVI Lab, Dept. of Computer Science &amp; Engineering</a:t>
            </a:r>
            <a:endParaRPr lang="en-US" sz="9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503CE7B4-81DD-767D-D560-73A55189F96E}"/>
              </a:ext>
            </a:extLst>
          </p:cNvPr>
          <p:cNvSpPr/>
          <p:nvPr/>
        </p:nvSpPr>
        <p:spPr>
          <a:xfrm>
            <a:off x="464234" y="4064507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Mihir Kumar		|  Roll No: 2023UGCS049</a:t>
            </a:r>
            <a:endParaRPr lang="en-US" sz="13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76294D71-98CC-D7C2-B7F3-433DB6EFA664}"/>
              </a:ext>
            </a:extLst>
          </p:cNvPr>
          <p:cNvSpPr/>
          <p:nvPr/>
        </p:nvSpPr>
        <p:spPr>
          <a:xfrm>
            <a:off x="457200" y="438933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Kumar	|  Roll No: 2023UGCS089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731520" y="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F4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1828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MVI Lab | NIT Jamshedpur | DIP - CS1664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365760" y="84124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Problem Statement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65760" y="1417320"/>
            <a:ext cx="8412480" cy="3429000"/>
          </a:xfrm>
          <a:prstGeom prst="rect">
            <a:avLst/>
          </a:prstGeom>
          <a:noFill/>
          <a:ln/>
        </p:spPr>
        <p:txBody>
          <a:bodyPr wrap="square" lIns="76200" tIns="254000" rIns="76200" bIns="762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detect and flag abuse/toxic/hate language in code-switched multi-lingual text input. 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datasets of regional languages, different semantic meaning of some words in different language.​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people show toxic </a:t>
            </a:r>
            <a:r>
              <a:rPr lang="en-US" sz="14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live chats/ social media comments/ different forums.​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online platform get cyber-bullied / abused by others, sometimes even the minors, which has mental health effect, specially on teenager and young people. 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chat moderations mostly are targeted towards </a:t>
            </a:r>
            <a:r>
              <a:rPr lang="en-US" sz="14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based comments/text, they failed to capture semantics of mixed language abuse, and thus allows harmful content to avoid detection.</a:t>
            </a:r>
            <a:endParaRPr lang="en-US" sz="140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BFF59298-2343-4961-30EB-D4CC80EE8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329" y="0"/>
            <a:ext cx="79667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731520" y="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</a:p>
        </p:txBody>
      </p:sp>
      <p:sp>
        <p:nvSpPr>
          <p:cNvPr id="6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F4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1828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MVI Lab | NIT Jamshedpur | DIP - CS1664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365760" y="84124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Objectives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65760" y="1417320"/>
            <a:ext cx="8412480" cy="3429000"/>
          </a:xfrm>
          <a:prstGeom prst="rect">
            <a:avLst/>
          </a:prstGeom>
          <a:noFill/>
          <a:ln/>
        </p:spPr>
        <p:txBody>
          <a:bodyPr wrap="square" lIns="76200" tIns="254000" rIns="76200" bIns="762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Goal:  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system which will able to detect hate , toxic ,cyberbully etc. in multilingual and code-switched text support for real time moderation 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Goal: </a:t>
            </a:r>
          </a:p>
          <a:p>
            <a:pPr>
              <a:spcAft>
                <a:spcPts val="800"/>
              </a:spcAft>
              <a:buSzPct val="100000"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- 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Informal spelling , transliteration, emoji , abbreviation , detect language </a:t>
            </a: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>
              <a:spcAft>
                <a:spcPts val="800"/>
              </a:spcAft>
              <a:buSzPct val="100000"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- 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REST API Interface with </a:t>
            </a:r>
            <a:r>
              <a:rPr lang="en-US" sz="14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onxx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for fast query processing </a:t>
            </a:r>
          </a:p>
          <a:p>
            <a:pPr>
              <a:spcAft>
                <a:spcPts val="800"/>
              </a:spcAft>
              <a:buSzPct val="100000"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- 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confidence score , along with lime token and attention explanation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Scope : 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and code-switched text processing , detect text based hate content 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Scope :  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,Video , Image based hate detection , User behaviors analysis. Detection of hate which relies on prior context/reference or sarcasm.</a:t>
            </a:r>
            <a:endParaRPr lang="en-US" sz="14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Output: 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Model, Processed Dataset, Evaluation metrices, Interface to test the model.</a:t>
            </a:r>
            <a:endParaRPr lang="en-US" sz="1400" b="1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FFEA1BCF-959A-C72C-12CC-0B9746E58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329" y="0"/>
            <a:ext cx="79667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731520" y="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/ Literature Review</a:t>
            </a:r>
          </a:p>
        </p:txBody>
      </p:sp>
      <p:sp>
        <p:nvSpPr>
          <p:cNvPr id="6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F4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1828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MVI Lab | NIT Jamshedpur | DIP - CS1664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365760" y="84124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Background / Literature Review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65760" y="14173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/>
              <a:t>SemEval-2019 Task 5 (Basile et al.) 2019</a:t>
            </a:r>
            <a:endParaRPr lang="en-US" sz="1300" b="1" dirty="0"/>
          </a:p>
        </p:txBody>
      </p:sp>
      <p:sp>
        <p:nvSpPr>
          <p:cNvPr id="13" name="Text 9"/>
          <p:cNvSpPr/>
          <p:nvPr/>
        </p:nvSpPr>
        <p:spPr>
          <a:xfrm>
            <a:off x="365760" y="1783080"/>
            <a:ext cx="4023360" cy="3063240"/>
          </a:xfrm>
          <a:prstGeom prst="rect">
            <a:avLst/>
          </a:prstGeom>
          <a:noFill/>
          <a:ln/>
        </p:spPr>
        <p:txBody>
          <a:bodyPr wrap="square" lIns="50800" tIns="203200" rIns="50800" bIns="508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/>
              <a:t>International NLP competition focused on multilingual hate speech detection on Twitter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/>
              <a:t>Dataset provided in two languages — English and Spanish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/>
              <a:t>Two subtasks: binary hate/not-hate classification, and fine-grained target identification (individual vs. group)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/>
              <a:t>Fine-grained target classification (Subtask B) proved significantly harder than binary detection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92168" y="1389888"/>
            <a:ext cx="27432" cy="3429000"/>
          </a:xfrm>
          <a:prstGeom prst="rect">
            <a:avLst/>
          </a:prstGeom>
          <a:solidFill>
            <a:srgbClr val="B2BEC3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507992" y="1417320"/>
            <a:ext cx="4703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/>
              <a:t>Hindi-English Code-Mixed Detection (Sreelakshmi et al.) 2020</a:t>
            </a:r>
          </a:p>
        </p:txBody>
      </p:sp>
      <p:sp>
        <p:nvSpPr>
          <p:cNvPr id="16" name="Text 12"/>
          <p:cNvSpPr/>
          <p:nvPr/>
        </p:nvSpPr>
        <p:spPr>
          <a:xfrm>
            <a:off x="4480560" y="1865377"/>
            <a:ext cx="4023360" cy="3063240"/>
          </a:xfrm>
          <a:prstGeom prst="rect">
            <a:avLst/>
          </a:prstGeom>
          <a:noFill/>
          <a:ln/>
        </p:spPr>
        <p:txBody>
          <a:bodyPr wrap="square" lIns="50800" tIns="203200" rIns="50800" bIns="508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/>
              <a:t>Focused on hate speech in Hinglish — the most prevalent code-mixed language on Indian social media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/>
              <a:t>Dataset of 10,000 samples collected from platforms like X (Twitter)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/>
              <a:t>Three feature extraction methods compared: </a:t>
            </a:r>
            <a:r>
              <a:rPr lang="en-US" sz="1400" dirty="0" err="1"/>
              <a:t>fastText</a:t>
            </a:r>
            <a:r>
              <a:rPr lang="en-US" sz="1400" dirty="0"/>
              <a:t>, Word2Vec, and Doc2Vec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 err="1"/>
              <a:t>fastText</a:t>
            </a:r>
            <a:r>
              <a:rPr lang="en-US" sz="1400" dirty="0"/>
              <a:t> with SVM (RBF kernel) achieved the best accuracy of 85.81%</a:t>
            </a:r>
            <a:endParaRPr lang="en-US" sz="130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AE3FD842-FBA1-4E3D-8850-FF6B1E1C9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329" y="0"/>
            <a:ext cx="79667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731520" y="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/ Idea</a:t>
            </a:r>
          </a:p>
        </p:txBody>
      </p:sp>
      <p:sp>
        <p:nvSpPr>
          <p:cNvPr id="6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F4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1828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MVI Lab | NIT Jamshedpur | DIP - CS1664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365760" y="84124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Proposed Solution / Idea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65760" y="1380744"/>
            <a:ext cx="8412480" cy="3429000"/>
          </a:xfrm>
          <a:prstGeom prst="rect">
            <a:avLst/>
          </a:prstGeom>
          <a:noFill/>
          <a:ln/>
        </p:spPr>
        <p:txBody>
          <a:bodyPr wrap="square" lIns="76200" tIns="254000" rIns="76200" bIns="762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XLM-Roberta-Large model(which is trained on 100+ languages, covering most of the English language) is trained over major Indian languages to detect offensive text content. It is doing both outputting offensive verdict and language detection.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mixed languages such as Hinglish, </a:t>
            </a:r>
            <a:r>
              <a:rPr lang="en-US" sz="14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Banglish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not come under monolingual classification, the model is trained on code-switched languages (which is generally used in chats) to detect hate/toxicity without any need of translation or transliteration.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work focuses on English language natively, sometime translate everything to English, which loose cultural context. This model processes all the languages simultaneously, with a balanced dataset.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detection and language detection are done by single backbone, language ID forces the model to stay language aware, which helps the model to understand the context better.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macro F1 score across all the languages, with minimal performance gap in their performance.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returns a binary verdict of offensive or not based on the confidence score, word level attention map, language detection.</a:t>
            </a:r>
            <a:endParaRPr lang="en-US" sz="140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64B4F813-1121-42A5-12BB-A091F2484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329" y="0"/>
            <a:ext cx="79667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82"/>
            <a:ext cx="914400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731520" y="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</a:p>
        </p:txBody>
      </p:sp>
      <p:sp>
        <p:nvSpPr>
          <p:cNvPr id="6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F4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1828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MVI Lab | NIT Jamshedpur | DIP - CS1664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365760" y="84124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Methodology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65760" y="1298448"/>
            <a:ext cx="5056163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65760" y="14173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Approach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" y="1783080"/>
            <a:ext cx="3931920" cy="3063240"/>
          </a:xfrm>
          <a:prstGeom prst="rect">
            <a:avLst/>
          </a:prstGeom>
          <a:noFill/>
          <a:ln/>
        </p:spPr>
        <p:txBody>
          <a:bodyPr wrap="square" lIns="50800" tIns="177800" rIns="50800" bIns="5080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Data Collection / Dataset Preparation:</a:t>
            </a:r>
          </a:p>
          <a:p>
            <a:pPr marL="800100" lvl="1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different language dataset, convert them to have same columns, mix them uniformly 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Data Preprocessing:</a:t>
            </a:r>
          </a:p>
          <a:p>
            <a:pPr marL="800100" lvl="1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URL , Handle </a:t>
            </a:r>
            <a:r>
              <a:rPr lang="en-US" sz="125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abbriviation</a:t>
            </a: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handle emoji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Model Design:</a:t>
            </a:r>
          </a:p>
          <a:p>
            <a:pPr marL="800100" lvl="1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 err="1"/>
              <a:t>XlmBerta</a:t>
            </a:r>
            <a:r>
              <a:rPr lang="en-US" sz="1250" dirty="0"/>
              <a:t>-Large For multilingual detection</a:t>
            </a:r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1E12AA8B-F66B-7385-0B88-271453CF9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329" y="0"/>
            <a:ext cx="796671" cy="7498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3E4ED8-98B5-3700-FE43-A2B41E352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2505" y="639590"/>
            <a:ext cx="3059975" cy="42839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64D1-F5B0-B9CF-1749-E13580505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FADBCB-9BBC-6F43-54D3-9226055820C3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7BDE4FA-E125-A6A0-355A-E9270E40DC98}"/>
              </a:ext>
            </a:extLst>
          </p:cNvPr>
          <p:cNvSpPr/>
          <p:nvPr/>
        </p:nvSpPr>
        <p:spPr>
          <a:xfrm>
            <a:off x="731520" y="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A3D8AF9B-068B-6314-F425-E400D31EA48B}"/>
              </a:ext>
            </a:extLst>
          </p:cNvPr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4EE7890A-EA85-1633-81EE-A457A736BA2A}"/>
              </a:ext>
            </a:extLst>
          </p:cNvPr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F4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47A87A4-638C-A496-BB86-5D4BF3E9D3BD}"/>
              </a:ext>
            </a:extLst>
          </p:cNvPr>
          <p:cNvSpPr/>
          <p:nvPr/>
        </p:nvSpPr>
        <p:spPr>
          <a:xfrm>
            <a:off x="1828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MVI Lab | NIT Jamshedpur | DIP - CS1664</a:t>
            </a:r>
            <a:endParaRPr lang="en-US" sz="7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F1FD29C-C161-5F72-02E6-21584075A8AD}"/>
              </a:ext>
            </a:extLst>
          </p:cNvPr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 11</a:t>
            </a:r>
            <a:endParaRPr lang="en-US" sz="7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E07093B-1133-0A7A-1C79-A82EE99AE9BF}"/>
              </a:ext>
            </a:extLst>
          </p:cNvPr>
          <p:cNvSpPr/>
          <p:nvPr/>
        </p:nvSpPr>
        <p:spPr>
          <a:xfrm>
            <a:off x="365760" y="84124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Methodology</a:t>
            </a:r>
            <a:endParaRPr lang="en-US" sz="20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11802AE-B2D2-D3AB-33A3-D2D1C744D9C9}"/>
              </a:ext>
            </a:extLst>
          </p:cNvPr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B13BD14-156B-B8E4-19E8-37824875A820}"/>
              </a:ext>
            </a:extLst>
          </p:cNvPr>
          <p:cNvSpPr/>
          <p:nvPr/>
        </p:nvSpPr>
        <p:spPr>
          <a:xfrm>
            <a:off x="365760" y="14173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Approach</a:t>
            </a:r>
            <a:endParaRPr lang="en-US" sz="13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11B5342A-1D30-F684-A58B-F0999AEFA90E}"/>
              </a:ext>
            </a:extLst>
          </p:cNvPr>
          <p:cNvSpPr/>
          <p:nvPr/>
        </p:nvSpPr>
        <p:spPr>
          <a:xfrm>
            <a:off x="365760" y="1783080"/>
            <a:ext cx="3931920" cy="3063240"/>
          </a:xfrm>
          <a:prstGeom prst="rect">
            <a:avLst/>
          </a:prstGeom>
          <a:noFill/>
          <a:ln/>
        </p:spPr>
        <p:txBody>
          <a:bodyPr wrap="square" lIns="50800" tIns="177800" rIns="50800" bIns="5080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Training &amp; Optimization:</a:t>
            </a:r>
          </a:p>
          <a:p>
            <a:pPr marL="800100" lvl="1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for 10 epoch with batch size of 8 and early stopping of 5</a:t>
            </a:r>
          </a:p>
          <a:p>
            <a:pPr marL="800100" lvl="1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Adam optimizer</a:t>
            </a:r>
          </a:p>
          <a:p>
            <a:pPr marL="800100" lvl="1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is validated by f1 score</a:t>
            </a:r>
            <a:endParaRPr lang="en-US" sz="12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Evaluation &amp; Testing: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evaluated using accuracy, precision , recall , f1 score for all different language separately as well as overall.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testing used </a:t>
            </a:r>
            <a:r>
              <a:rPr lang="en-US" sz="125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Onxx</a:t>
            </a: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and built API .</a:t>
            </a:r>
            <a:endParaRPr lang="en-US" sz="125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05468549-BDF0-7D50-3C1A-4F17AE7EF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329" y="0"/>
            <a:ext cx="796671" cy="7498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FE76D7-8627-E1A7-8C69-78CCD53FE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589" y="1344168"/>
            <a:ext cx="3289490" cy="358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17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731520" y="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</a:p>
        </p:txBody>
      </p:sp>
      <p:sp>
        <p:nvSpPr>
          <p:cNvPr id="6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F4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1828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MVI Lab | NIT Jamshedpur | DIP - CS1664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365760" y="84124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Implementation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65760" y="14173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" y="1783080"/>
            <a:ext cx="3931920" cy="3063240"/>
          </a:xfrm>
          <a:prstGeom prst="rect">
            <a:avLst/>
          </a:prstGeom>
          <a:noFill/>
          <a:ln/>
        </p:spPr>
        <p:txBody>
          <a:bodyPr wrap="square" lIns="50800" tIns="177800" rIns="50800" bIns="508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 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</a:t>
            </a:r>
            <a:r>
              <a:rPr lang="en-US" sz="13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</a:t>
            </a:r>
            <a:r>
              <a:rPr lang="en-US" sz="13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Hugginface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transformer, Scikit-</a:t>
            </a:r>
            <a:r>
              <a:rPr lang="en-US" sz="13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learn,pandas,numpy,matplotlib,seaborn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Custom TSV dataset by mixing various dataset, such as  - </a:t>
            </a:r>
            <a:r>
              <a:rPr lang="en-US" sz="13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hasoc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2019, Kaggle jigsaw, Dravidian code-mix etc.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Environment: Goggle </a:t>
            </a:r>
            <a:r>
              <a:rPr lang="en-US" sz="13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GitHub</a:t>
            </a:r>
            <a:endParaRPr lang="en-US" sz="130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4955D577-82FD-C04E-7A16-B9064BA7C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329" y="0"/>
            <a:ext cx="796671" cy="7498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58990E-B39E-F20D-49AB-31845C69B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866" y="3409255"/>
            <a:ext cx="4774054" cy="10270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731520" y="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Output</a:t>
            </a:r>
          </a:p>
        </p:txBody>
      </p:sp>
      <p:sp>
        <p:nvSpPr>
          <p:cNvPr id="6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F4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1828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MVI Lab | NIT Jamshedpur | DIP - CS1664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365760" y="84124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Results / Output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65760" y="4087368"/>
            <a:ext cx="8412480" cy="777240"/>
          </a:xfrm>
          <a:prstGeom prst="rect">
            <a:avLst/>
          </a:prstGeom>
          <a:noFill/>
          <a:ln/>
        </p:spPr>
        <p:txBody>
          <a:bodyPr wrap="square" lIns="25400" tIns="203200" rIns="508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achieved 87.23% accuracy and 94.05% precision on the test dataset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or pattern observed in the output</a:t>
            </a:r>
            <a:endParaRPr lang="en-US" sz="125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23BE903D-7971-2D9A-B095-CBC43CA60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329" y="0"/>
            <a:ext cx="796671" cy="7498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6AF650-C1C0-F509-0459-1F6ED5179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575648"/>
            <a:ext cx="2688336" cy="20486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C43D63-F481-356A-CB3C-B24DAE8BF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790" y="1647883"/>
            <a:ext cx="5590885" cy="19280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731520" y="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Future Work</a:t>
            </a:r>
          </a:p>
        </p:txBody>
      </p:sp>
      <p:sp>
        <p:nvSpPr>
          <p:cNvPr id="6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F4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1828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MVI Lab | NIT Jamshedpur | DIP - CS1664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365760" y="84124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Applications &amp; Future Work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65760" y="14173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" y="1778998"/>
            <a:ext cx="4023360" cy="3063240"/>
          </a:xfrm>
          <a:prstGeom prst="rect">
            <a:avLst/>
          </a:prstGeom>
          <a:noFill/>
          <a:ln/>
        </p:spPr>
        <p:txBody>
          <a:bodyPr wrap="square" lIns="50800" tIns="203200" rIns="50800" bIns="508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sites moderation:</a:t>
            </a:r>
            <a:b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public places like social media safe , and non toxic so people can browse them freely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 moderation:</a:t>
            </a:r>
            <a:b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Model to help moderators easily catch misbehavior of chatters while streaming making it easy for them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Cyber bulling:</a:t>
            </a:r>
            <a:b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cyber bulling of peoples, especially kinds on social spaces of the internet.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300" dirty="0">
              <a:solidFill>
                <a:srgbClr val="1C28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663440" y="1417320"/>
            <a:ext cx="27432" cy="3429000"/>
          </a:xfrm>
          <a:prstGeom prst="rect">
            <a:avLst/>
          </a:prstGeom>
          <a:solidFill>
            <a:srgbClr val="B2BEC3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1"/>
          <p:cNvSpPr/>
          <p:nvPr/>
        </p:nvSpPr>
        <p:spPr>
          <a:xfrm>
            <a:off x="4754880" y="14173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Improvements / Extensions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754880" y="1783080"/>
            <a:ext cx="4023360" cy="3063240"/>
          </a:xfrm>
          <a:prstGeom prst="rect">
            <a:avLst/>
          </a:prstGeom>
          <a:noFill/>
          <a:ln/>
        </p:spPr>
        <p:txBody>
          <a:bodyPr wrap="square" lIns="50800" tIns="203200" rIns="50800" bIns="508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/>
              <a:t>Currently the model is only telling whether a message is toxic or not expand it to have multiclass classification like , toxic, identity hate, </a:t>
            </a:r>
            <a:r>
              <a:rPr lang="en-US" sz="1300" dirty="0" err="1"/>
              <a:t>rasism</a:t>
            </a:r>
            <a:r>
              <a:rPr lang="en-US" sz="1300" dirty="0"/>
              <a:t> etc.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/>
              <a:t>Handle sarcasm or context dependent toxicity.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/>
              <a:t>Add more Indian languages.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/>
              <a:t>Make it </a:t>
            </a:r>
            <a:r>
              <a:rPr lang="en-US" sz="1300" dirty="0" err="1"/>
              <a:t>integratable</a:t>
            </a:r>
            <a:r>
              <a:rPr lang="en-US" sz="1300" dirty="0"/>
              <a:t> with Live chats.</a:t>
            </a:r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BFB08748-8759-A339-0B2B-EE2FAF64F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329" y="0"/>
            <a:ext cx="79667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2"/>
          <p:cNvSpPr/>
          <p:nvPr/>
        </p:nvSpPr>
        <p:spPr>
          <a:xfrm>
            <a:off x="731520" y="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</a:p>
        </p:txBody>
      </p:sp>
      <p:sp>
        <p:nvSpPr>
          <p:cNvPr id="7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F4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1828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MVI Lab | NIT Jamshedpur | DIP - CS1664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 11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457200" y="1691640"/>
            <a:ext cx="8229600" cy="2194560"/>
          </a:xfrm>
          <a:prstGeom prst="rect">
            <a:avLst/>
          </a:prstGeom>
          <a:solidFill>
            <a:srgbClr val="E8F4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8"/>
          <p:cNvSpPr/>
          <p:nvPr/>
        </p:nvSpPr>
        <p:spPr>
          <a:xfrm>
            <a:off x="640080" y="1783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Work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2121408"/>
            <a:ext cx="7863840" cy="1645920"/>
          </a:xfrm>
          <a:prstGeom prst="rect">
            <a:avLst/>
          </a:prstGeom>
          <a:noFill/>
          <a:ln/>
        </p:spPr>
        <p:txBody>
          <a:bodyPr wrap="square" lIns="50800" tIns="2032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abusive/toxic comment is for multilingual and cod-mixed text is still a problem, </a:t>
            </a:r>
            <a:r>
              <a:rPr lang="en-US" sz="13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specialy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Indian languages.​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XLM-Roberta-Large model is fine tuned to detect toxic content and also language detection.​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detecting abusive content fairly good in all languages.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4005072"/>
            <a:ext cx="82296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1"/>
          <p:cNvSpPr/>
          <p:nvPr/>
        </p:nvSpPr>
        <p:spPr>
          <a:xfrm>
            <a:off x="457200" y="4005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C55687E2-A6A2-34DC-4BA8-98EE434D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329" y="0"/>
            <a:ext cx="796671" cy="749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1206</Words>
  <Application>Microsoft Office PowerPoint</Application>
  <PresentationFormat>On-screen Show (16:9)</PresentationFormat>
  <Paragraphs>127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(CS1425) - Course Project Presentation</dc:title>
  <dc:subject>PptxGenJS Presentation</dc:subject>
  <dc:creator>PptxGenJS</dc:creator>
  <cp:lastModifiedBy>Asim Mahata</cp:lastModifiedBy>
  <cp:revision>22</cp:revision>
  <dcterms:created xsi:type="dcterms:W3CDTF">2026-04-17T12:34:54Z</dcterms:created>
  <dcterms:modified xsi:type="dcterms:W3CDTF">2026-04-28T13:22:26Z</dcterms:modified>
</cp:coreProperties>
</file>